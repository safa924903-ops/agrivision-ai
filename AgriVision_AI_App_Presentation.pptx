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AgriVision AI: a mobile farming assistant for Kerala farmers, built in Google AI Studio and installable as an APK.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farmer's challenges with how the app responds.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 of the home screen. Point out the simple big buttons, badges (AI Powered, Offline, Weather, Organic) and the Malayalam toggle in the header.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process. The Detect button on the home screen starts step 3; the result screen explains the possible problem, symptoms and what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eight items match the numbered cards on the real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library and reports are marked 100% Offline / Offline on the home screen. Live AI analysis and weather need internet unless an on-device model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 card is real. Emphasise that AI can be wrong, so farmers are pointed to Krishi Bhavan and Kisan Call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AI model details with your own build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AgriVision AI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E6C9"/>
                </a:solidFill>
              </a:rPr>
              <a:t>Smart crop health and affordable farming for small farmers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D835"/>
                </a:solidFill>
              </a:rPr>
              <a:t>AI detection  |  Offline library  |  Malayalam &amp; English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</a:rPr>
              <a:t>Project presentation</a:t>
            </a:r>
            <a:endParaRPr lang="en-US" sz="1200" dirty="0"/>
          </a:p>
        </p:txBody>
      </p:sp>
      <p:pic>
        <p:nvPicPr>
          <p:cNvPr id="6" name="Image 0" descr="AgriVision AI home screen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3474720" cy="32044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our solution</a:t>
            </a:r>
            <a:endParaRPr lang="en-US" sz="3400" dirty="0"/>
          </a:p>
        </p:txBody>
      </p:sp>
      <p:sp>
        <p:nvSpPr>
          <p:cNvPr id="3" name="pc0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3A1F"/>
                </a:solidFill>
              </a:rPr>
              <a:t>Disease is often noticed too late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3A1F"/>
                </a:solidFill>
              </a:rPr>
              <a:t>Experts can be far from the farm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3A1F"/>
                </a:solidFill>
              </a:rPr>
              <a:t>Internet is weak in rural areas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3A1F"/>
                </a:solidFill>
              </a:rPr>
              <a:t>Most apps are English-only</a:t>
            </a:r>
            <a:endParaRPr lang="en-US" sz="1600" dirty="0"/>
          </a:p>
        </p:txBody>
      </p:sp>
      <p:sp>
        <p:nvSpPr>
          <p:cNvPr id="6" name="pc1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AgriVision AI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3A1F"/>
                </a:solidFill>
              </a:rPr>
              <a:t>Scan a leaf photo to find possible disease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3A1F"/>
                </a:solidFill>
              </a:rPr>
              <a:t>Malayalam and English support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3A1F"/>
                </a:solidFill>
              </a:rPr>
              <a:t>Guides and reports work offline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3A1F"/>
                </a:solidFill>
              </a:rPr>
              <a:t>Direct line to Kisan Call Centre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 screen</a:t>
            </a:r>
            <a:endParaRPr lang="en-US" sz="3400" dirty="0"/>
          </a:p>
        </p:txBody>
      </p:sp>
      <p:pic>
        <p:nvPicPr>
          <p:cNvPr id="3" name="Image 0" descr="Home screen welcome c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291840" cy="303580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pic>
        <p:nvPicPr>
          <p:cNvPr id="4" name="Image 1" descr="Home screen feature 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005840"/>
            <a:ext cx="2011680" cy="37998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6309360" y="1097280"/>
            <a:ext cx="2468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Personal welcome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</a:rPr>
              <a:t>Farmer name, location, farm size and supported crops: Rice (Paddy), Tomato, Chilli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One-tap detection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</a:rPr>
              <a:t>Large AI Powered button at the top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Eight clear features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3A1F"/>
                </a:solidFill>
              </a:rPr>
              <a:t>Reports, weather, tips, library, language, profile and expert contact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detection works</a:t>
            </a:r>
            <a:endParaRPr lang="en-US" sz="3400" dirty="0"/>
          </a:p>
        </p:txBody>
      </p:sp>
      <p:sp>
        <p:nvSpPr>
          <p:cNvPr id="3" name="st0"/>
          <p:cNvSpPr/>
          <p:nvPr/>
        </p:nvSpPr>
        <p:spPr>
          <a:xfrm>
            <a:off x="457200" y="1371600"/>
            <a:ext cx="1280160" cy="24688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Open 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1"/>
                </a:solidFill>
              </a:rPr>
              <a:t>Choose Malayalam or English</a:t>
            </a:r>
            <a:endParaRPr lang="en-US" sz="1300" dirty="0"/>
          </a:p>
        </p:txBody>
      </p:sp>
      <p:sp>
        <p:nvSpPr>
          <p:cNvPr id="8" name="st1"/>
          <p:cNvSpPr/>
          <p:nvPr/>
        </p:nvSpPr>
        <p:spPr>
          <a:xfrm>
            <a:off x="1847088" y="1371600"/>
            <a:ext cx="1280160" cy="24688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58568" y="1554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85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892808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Pick crop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38528" y="25603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1"/>
                </a:solidFill>
              </a:rPr>
              <a:t>Rice, Tomato or Chilli</a:t>
            </a:r>
            <a:endParaRPr lang="en-US" sz="1300" dirty="0"/>
          </a:p>
        </p:txBody>
      </p:sp>
      <p:sp>
        <p:nvSpPr>
          <p:cNvPr id="13" name="st2"/>
          <p:cNvSpPr/>
          <p:nvPr/>
        </p:nvSpPr>
        <p:spPr>
          <a:xfrm>
            <a:off x="3236976" y="1371600"/>
            <a:ext cx="1280160" cy="24688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48456" y="1554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484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282696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Scan leaf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28416" y="25603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1"/>
                </a:solidFill>
              </a:rPr>
              <a:t>Take or upload a clear photo</a:t>
            </a:r>
            <a:endParaRPr lang="en-US" sz="1300" dirty="0"/>
          </a:p>
        </p:txBody>
      </p:sp>
      <p:sp>
        <p:nvSpPr>
          <p:cNvPr id="18" name="st3"/>
          <p:cNvSpPr/>
          <p:nvPr/>
        </p:nvSpPr>
        <p:spPr>
          <a:xfrm>
            <a:off x="4626864" y="1371600"/>
            <a:ext cx="1280160" cy="24688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38344" y="1554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383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672584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AI analyses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718304" y="25603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1"/>
                </a:solidFill>
              </a:rPr>
              <a:t>Photo checked for known diseases</a:t>
            </a:r>
            <a:endParaRPr lang="en-US" sz="1300" dirty="0"/>
          </a:p>
        </p:txBody>
      </p:sp>
      <p:sp>
        <p:nvSpPr>
          <p:cNvPr id="23" name="st4"/>
          <p:cNvSpPr/>
          <p:nvPr/>
        </p:nvSpPr>
        <p:spPr>
          <a:xfrm>
            <a:off x="6016752" y="1371600"/>
            <a:ext cx="1280160" cy="24688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8232" y="1554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82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062472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Get result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25603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1"/>
                </a:solidFill>
              </a:rPr>
              <a:t>Possible disease, symptoms, advice</a:t>
            </a:r>
            <a:endParaRPr lang="en-US" sz="1300" dirty="0"/>
          </a:p>
        </p:txBody>
      </p:sp>
      <p:sp>
        <p:nvSpPr>
          <p:cNvPr id="28" name="st5"/>
          <p:cNvSpPr/>
          <p:nvPr/>
        </p:nvSpPr>
        <p:spPr>
          <a:xfrm>
            <a:off x="7406640" y="1371600"/>
            <a:ext cx="1280160" cy="24688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15544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181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Save / ask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5603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1"/>
                </a:solidFill>
              </a:rPr>
              <a:t>Save report or call an expert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5E20"/>
                </a:solidFill>
              </a:rPr>
              <a:t>Results say "possible disease" with a confidence score, never a final diagnosis.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features in one app</a:t>
            </a:r>
            <a:endParaRPr lang="en-US" sz="3400" dirty="0"/>
          </a:p>
        </p:txBody>
      </p:sp>
      <p:sp>
        <p:nvSpPr>
          <p:cNvPr id="3" name="ft0"/>
          <p:cNvSpPr/>
          <p:nvPr/>
        </p:nvSpPr>
        <p:spPr>
          <a:xfrm>
            <a:off x="457200" y="11887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#1 Detect Crop Disease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F61"/>
                </a:solidFill>
              </a:rPr>
              <a:t>AI Powered: scan leaf photo</a:t>
            </a:r>
            <a:endParaRPr lang="en-US" sz="1200" dirty="0"/>
          </a:p>
        </p:txBody>
      </p:sp>
      <p:sp>
        <p:nvSpPr>
          <p:cNvPr id="7" name="ft1"/>
          <p:cNvSpPr/>
          <p:nvPr/>
        </p:nvSpPr>
        <p:spPr>
          <a:xfrm>
            <a:off x="2560320" y="11887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371600"/>
            <a:ext cx="365760" cy="36576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#2 My Previous Reports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F61"/>
                </a:solidFill>
              </a:rPr>
              <a:t>Offline: saved diagnosis history</a:t>
            </a:r>
            <a:endParaRPr lang="en-US" sz="1200" dirty="0"/>
          </a:p>
        </p:txBody>
      </p:sp>
      <p:sp>
        <p:nvSpPr>
          <p:cNvPr id="11" name="ft2"/>
          <p:cNvSpPr/>
          <p:nvPr/>
        </p:nvSpPr>
        <p:spPr>
          <a:xfrm>
            <a:off x="4663440" y="11887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371600"/>
            <a:ext cx="365760" cy="36576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#3 Weather Information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F61"/>
                </a:solidFill>
              </a:rPr>
              <a:t>Rain, temperature, farm advisory</a:t>
            </a:r>
            <a:endParaRPr lang="en-US" sz="1200" dirty="0"/>
          </a:p>
        </p:txBody>
      </p:sp>
      <p:sp>
        <p:nvSpPr>
          <p:cNvPr id="15" name="ft3"/>
          <p:cNvSpPr/>
          <p:nvPr/>
        </p:nvSpPr>
        <p:spPr>
          <a:xfrm>
            <a:off x="6766560" y="118872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371600"/>
            <a:ext cx="365760" cy="365760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828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#4 Farming Tips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F61"/>
                </a:solidFill>
              </a:rPr>
              <a:t>Organic, affordable methods</a:t>
            </a:r>
            <a:endParaRPr lang="en-US" sz="1200" dirty="0"/>
          </a:p>
        </p:txBody>
      </p:sp>
      <p:sp>
        <p:nvSpPr>
          <p:cNvPr id="19" name="ft4"/>
          <p:cNvSpPr/>
          <p:nvPr/>
        </p:nvSpPr>
        <p:spPr>
          <a:xfrm>
            <a:off x="457200" y="297180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#5 Offline Farming Library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F61"/>
                </a:solidFill>
              </a:rPr>
              <a:t>100% offline crop guide</a:t>
            </a:r>
            <a:endParaRPr lang="en-US" sz="1200" dirty="0"/>
          </a:p>
        </p:txBody>
      </p:sp>
      <p:sp>
        <p:nvSpPr>
          <p:cNvPr id="23" name="ft5"/>
          <p:cNvSpPr/>
          <p:nvPr/>
        </p:nvSpPr>
        <p:spPr>
          <a:xfrm>
            <a:off x="2560320" y="297180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154680"/>
            <a:ext cx="365760" cy="36576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#6 Select Language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F61"/>
                </a:solidFill>
              </a:rPr>
              <a:t>English or Malayalam</a:t>
            </a:r>
            <a:endParaRPr lang="en-US" sz="1200" dirty="0"/>
          </a:p>
        </p:txBody>
      </p:sp>
      <p:sp>
        <p:nvSpPr>
          <p:cNvPr id="27" name="ft6"/>
          <p:cNvSpPr/>
          <p:nvPr/>
        </p:nvSpPr>
        <p:spPr>
          <a:xfrm>
            <a:off x="4663440" y="297180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154680"/>
            <a:ext cx="365760" cy="365760"/>
          </a:xfrm>
          <a:prstGeom prst="ellipse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#7 Farmer Profile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F61"/>
                </a:solidFill>
              </a:rPr>
              <a:t>Your farm and crop details</a:t>
            </a:r>
            <a:endParaRPr lang="en-US" sz="1200" dirty="0"/>
          </a:p>
        </p:txBody>
      </p:sp>
      <p:sp>
        <p:nvSpPr>
          <p:cNvPr id="31" name="ft7"/>
          <p:cNvSpPr/>
          <p:nvPr/>
        </p:nvSpPr>
        <p:spPr>
          <a:xfrm>
            <a:off x="6766560" y="297180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9440" y="3154680"/>
            <a:ext cx="365760" cy="3657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0" y="3611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#8 Contact Expert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F61"/>
                </a:solidFill>
              </a:rPr>
              <a:t>Krishi Bhavan and Kisan helpline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access and local language</a:t>
            </a:r>
            <a:endParaRPr lang="en-US" sz="3400" dirty="0"/>
          </a:p>
        </p:txBody>
      </p:sp>
      <p:pic>
        <p:nvPicPr>
          <p:cNvPr id="3" name="Image 0" descr="Feature list showing offline bad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1920240" cy="3627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3017520" y="118872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0175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566160" y="1143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1F"/>
                </a:solidFill>
              </a:rPr>
              <a:t>Works with poor internet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4904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61"/>
                </a:solidFill>
              </a:rPr>
              <a:t>Offline Farming Library and saved reports need no connection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17520" y="205740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175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1F"/>
                </a:solidFill>
              </a:rPr>
              <a:t>Malayalam and English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3591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61"/>
                </a:solidFill>
              </a:rPr>
              <a:t>Switch language from the header or the Select Language card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017520" y="292608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175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880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1F"/>
                </a:solidFill>
              </a:rPr>
              <a:t>Simple wording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32278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61"/>
                </a:solidFill>
              </a:rPr>
              <a:t>Big buttons, short text and clear badges for farmers new to apps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017520" y="3794760"/>
            <a:ext cx="365760" cy="3657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3749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1F"/>
                </a:solidFill>
              </a:rPr>
              <a:t>Online features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40965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F61"/>
                </a:solidFill>
              </a:rPr>
              <a:t>Live weather and expert contact use the internet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help and honest AI</a:t>
            </a:r>
            <a:endParaRPr lang="en-US" sz="3400" dirty="0"/>
          </a:p>
        </p:txBody>
      </p:sp>
      <p:pic>
        <p:nvPicPr>
          <p:cNvPr id="3" name="Image 0" descr="Kisan Call Centre card and navig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206240" cy="165912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safe"/>
          <p:cNvSpPr/>
          <p:nvPr/>
        </p:nvSpPr>
        <p:spPr>
          <a:xfrm>
            <a:off x="457200" y="301752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154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1F"/>
                </a:solidFill>
              </a:rPr>
              <a:t>Navigation: Home, Detect, Reports, Weather, Library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F61"/>
                </a:solidFill>
              </a:rPr>
              <a:t>Bottom bar keeps every main feature one tap away.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2801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Kisan Call Centre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3A1F"/>
                </a:solidFill>
              </a:rPr>
              <a:t>Toll-free 1800-180-1551, tap to call from the home screen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3A1F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Honest 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3A1F"/>
                </a:solidFill>
              </a:rPr>
              <a:t>Shows possible disease and confidence, warns when the photo is unclear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3A1F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3A1F"/>
                </a:solidFill>
              </a:rPr>
              <a:t>Safe advice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3A1F"/>
                </a:solidFill>
              </a:rPr>
              <a:t>Prefers low-cost, organic steps and follows local agricultural guidance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and next steps</a:t>
            </a:r>
            <a:endParaRPr lang="en-US" sz="3400" dirty="0"/>
          </a:p>
        </p:txBody>
      </p:sp>
      <p:sp>
        <p:nvSpPr>
          <p:cNvPr id="3" name="rm0"/>
          <p:cNvSpPr/>
          <p:nvPr/>
        </p:nvSpPr>
        <p:spPr>
          <a:xfrm>
            <a:off x="457200" y="12801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D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Google AI Studio, Gemini vision for leaf analysis, installable as an APK</a:t>
            </a:r>
            <a:endParaRPr lang="en-US" sz="1500" dirty="0"/>
          </a:p>
        </p:txBody>
      </p:sp>
      <p:sp>
        <p:nvSpPr>
          <p:cNvPr id="6" name="rm1"/>
          <p:cNvSpPr/>
          <p:nvPr/>
        </p:nvSpPr>
        <p:spPr>
          <a:xfrm>
            <a:off x="3291840" y="12801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D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on-device AI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TensorFlow Lite model for true offline disease detection</a:t>
            </a:r>
            <a:endParaRPr lang="en-US" sz="1500" dirty="0"/>
          </a:p>
        </p:txBody>
      </p:sp>
      <p:sp>
        <p:nvSpPr>
          <p:cNvPr id="9" name="rm2"/>
          <p:cNvSpPr/>
          <p:nvPr/>
        </p:nvSpPr>
        <p:spPr>
          <a:xfrm>
            <a:off x="6126480" y="12801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D8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grow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488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More crops, live weather, voice read-aloud, more languages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AgriVision AI</dc:title>
  <dc:subject>PptxGenJS Presentation</dc:subject>
  <dc:creator>PptxGenJS</dc:creator>
  <cp:lastModifiedBy>PptxGenJS</cp:lastModifiedBy>
  <cp:revision>1</cp:revision>
  <dcterms:created xsi:type="dcterms:W3CDTF">2026-10-09T09:22:52Z</dcterms:created>
  <dcterms:modified xsi:type="dcterms:W3CDTF">2026-10-09T09:22:52Z</dcterms:modified>
</cp:coreProperties>
</file>